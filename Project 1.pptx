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77450" cy="5668963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ubTitle"/>
          </p:nvPr>
        </p:nvSpPr>
        <p:spPr>
          <a:xfrm>
            <a:off x="503640" y="225720"/>
            <a:ext cx="906876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24F5FC-CA34-4311-B1E4-2B840EF4D6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C44622-4F1E-432B-8E6B-C5EBE55D93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3640" y="5164560"/>
            <a:ext cx="234756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4840" y="5164560"/>
            <a:ext cx="234756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208B5F9-3584-4BB0-9DA3-1959DA4A9A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video" Target="file:///home/alif/Downloads/vecteezy_abstract-blue-and-purple-neon-flowing-lines-with-glowing_75516575.mp4" TargetMode="External"/><Relationship Id="rId2" Type="http://schemas.microsoft.com/office/2007/relationships/media" Target="file:///home/alif/Downloads/vecteezy_abstract-blue-and-purple-neon-flowing-lines-with-glowing_75516575.mp4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-456840" y="228240"/>
            <a:ext cx="9801000" cy="943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>
              <a:buNone/>
            </a:pPr>
            <a:r>
              <a:rPr lang="hi-IN" sz="4400" b="0" u="none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"/>
              </a:rPr>
              <a:t>আদমজী ক্যান্টনমেন্ট</a:t>
            </a: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hi-IN" sz="4400" b="0" u="none" strike="noStrike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/>
                <a:uFillTx/>
                <a:latin typeface="Arial"/>
              </a:rPr>
              <a:t>পাবলিক স্কুল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-1000440" y="180936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Autofit/>
          </a:bodyPr>
          <a:p>
            <a:pPr indent="0" algn="ctr">
              <a:buNone/>
            </a:pPr>
            <a:r>
              <a:rPr lang="hi-IN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নাম – হোসাইন মোহাম্মদ আলিফ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hi-IN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রোল – ০৯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hi-IN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শ্রেণি </a:t>
            </a: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</a:t>
            </a:r>
            <a:r>
              <a:rPr lang="hi-IN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নবম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hi-IN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শাখা </a:t>
            </a: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</a:t>
            </a:r>
            <a:r>
              <a:rPr lang="hi-IN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এন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hi-IN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১০</a:t>
            </a: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/</a:t>
            </a:r>
            <a:r>
              <a:rPr lang="hi-IN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১৩</a:t>
            </a: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/</a:t>
            </a:r>
            <a:r>
              <a:rPr lang="hi-IN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২০২৬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"/>
          <p:cNvPicPr/>
          <p:nvPr/>
        </p:nvPicPr>
        <p:blipFill>
          <a:blip r:embed="rId2"/>
          <a:stretch/>
        </p:blipFill>
        <p:spPr>
          <a:xfrm>
            <a:off x="8341200" y="0"/>
            <a:ext cx="1485360" cy="14094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3" name=""/>
          <p:cNvSpPr/>
          <p:nvPr/>
        </p:nvSpPr>
        <p:spPr>
          <a:xfrm>
            <a:off x="7486200" y="3289320"/>
            <a:ext cx="2056680" cy="2057040"/>
          </a:xfrm>
          <a:prstGeom prst="smileyFace">
            <a:avLst>
              <a:gd name="adj" fmla="val 9282"/>
            </a:avLst>
          </a:prstGeom>
          <a:gradFill rotWithShape="0">
            <a:gsLst>
              <a:gs pos="0">
                <a:srgbClr val="18A303"/>
              </a:gs>
              <a:gs pos="100000">
                <a:srgbClr val="18A303">
                  <a:alpha val="0"/>
                </a:srgbClr>
              </a:gs>
            </a:gsLst>
            <a:lin ang="5400000"/>
          </a:gra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" dur="7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2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8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3">
                                          <p:val>
                                            <p:strVal val="0.5"/>
                                          </p:val>
                                        </p:tav>
                                        <p:tav fmla="y-sin(pi*$)/3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88">
                                          <p:stCondLst>
                                            <p:cond delay="8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9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9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" dur="44">
                                          <p:stCondLst>
                                            <p:cond delay="1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27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27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" dur="21">
                                          <p:stCondLst>
                                            <p:cond delay="22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y-sin(pi*$)/81">
                                          <p:val>
                                            <p:strVal val="0"/>
                                          </p:val>
                                        </p:tav>
                                        <p:tav fmla="y-sin(pi*$)/81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3" fill="hold">
                                          <p:stCondLst>
                                            <p:cond delay="8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22" fill="hold">
                                          <p:stCondLst>
                                            <p:cond delay="9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3" fill="hold">
                                          <p:stCondLst>
                                            <p:cond delay="17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22" fill="hold">
                                          <p:stCondLst>
                                            <p:cond delay="17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" fill="hold">
                                          <p:stCondLst>
                                            <p:cond delay="21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22" fill="hold">
                                          <p:stCondLst>
                                            <p:cond delay="22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" fill="hold">
                                          <p:stCondLst>
                                            <p:cond delay="241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22" fill="hold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 additive="repl"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2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4" dur="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9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" dur="5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" dur="5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0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1" dur="2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" dur="2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4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6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6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7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28240" y="325080"/>
            <a:ext cx="9578160" cy="538884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503640" y="225720"/>
            <a:ext cx="906876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switch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2A6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503640" y="225720"/>
            <a:ext cx="906876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Draft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$sudo rm -rf/*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Hw ict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14:switch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LibreOffice/26.8.1.1$Linux_X86_64 LibreOffice_project/680$Build-1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2026-10-13T06:37:47Z</dcterms:created>
  <dc:creator/>
  <dc:description/>
  <dc:language>en-US</dc:language>
  <cp:lastModifiedBy/>
  <dcterms:modified xsi:type="dcterms:W3CDTF">2026-10-13T07:11:53Z</dcterms:modified>
  <cp:revision>1</cp:revision>
  <dc:subject/>
  <dc:title/>
</cp:coreProperties>
</file>